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customer segments, and subscription behavior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64667"/>
            <a:ext cx="631999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07157"/>
            <a:ext cx="9190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877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Dataset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1420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95915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26566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Transactional purchases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231420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272433" y="295915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326566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 feature 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231420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048747" y="295915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3265661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Review Rating column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365194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 span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demographics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purchase details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shopping behavior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374"/>
            <a:ext cx="304130" cy="197644"/>
          </a:xfrm>
          <a:prstGeom prst="roundRect">
            <a:avLst>
              <a:gd name="adj" fmla="val 19205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63835" y="456233"/>
            <a:ext cx="625897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55960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5512"/>
            <a:ext cx="2673921" cy="2673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50431" y="1245096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50431" y="1422722"/>
            <a:ext cx="5202138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8" name="Text 5"/>
          <p:cNvSpPr/>
          <p:nvPr/>
        </p:nvSpPr>
        <p:spPr>
          <a:xfrm>
            <a:off x="3450431" y="1507778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 &amp; Exploration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50431" y="177425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via pandas; explored with df.info() and .describe()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50431" y="2111276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50431" y="2288902"/>
            <a:ext cx="5202138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9"/>
          <p:cNvSpPr/>
          <p:nvPr/>
        </p:nvSpPr>
        <p:spPr>
          <a:xfrm>
            <a:off x="3450431" y="2373957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Cleaning &amp; Imputation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50431" y="264043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imputation by category for missing review ratings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50431" y="297745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50431" y="3155082"/>
            <a:ext cx="5202138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3"/>
          <p:cNvSpPr/>
          <p:nvPr/>
        </p:nvSpPr>
        <p:spPr>
          <a:xfrm>
            <a:off x="3450431" y="3240137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50431" y="350661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and purchase_frequency_days columns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50431" y="3843635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450431" y="4021262"/>
            <a:ext cx="5202138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7"/>
          <p:cNvSpPr/>
          <p:nvPr/>
        </p:nvSpPr>
        <p:spPr>
          <a:xfrm>
            <a:off x="3450431" y="4106317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50431" y="4372794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MySQL for SQL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54596" cy="110430"/>
          </a:xfrm>
          <a:prstGeom prst="roundRect">
            <a:avLst>
              <a:gd name="adj" fmla="val 21567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26815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Spending Insights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7331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71946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compared by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gender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High-spending discount users identified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 spend compared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contribution by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age group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8824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2036"/>
            <a:ext cx="909861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74527"/>
            <a:ext cx="11969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551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&amp; Shipping Analysis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10730"/>
            <a:ext cx="1905000" cy="11773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22986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757836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review ratings identified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910730"/>
            <a:ext cx="1905074" cy="11773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322986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3757836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vs Express average spend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910730"/>
            <a:ext cx="1905074" cy="11773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322986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757836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by discounted purchase percentage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910730"/>
            <a:ext cx="1905074" cy="11773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322986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3757836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purchased within each category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8322"/>
            <a:ext cx="909861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0813"/>
            <a:ext cx="11969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14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46486"/>
            <a:ext cx="5177582" cy="28292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8877" y="2972144"/>
            <a:ext cx="1199681" cy="163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08275" y="2872126"/>
            <a:ext cx="1199681" cy="326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28397" y="2959631"/>
            <a:ext cx="1199681" cy="163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24339" y="1774999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 Classifications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24339" y="2138214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classified by purchase history into three tiers.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24339" y="2719388"/>
            <a:ext cx="262823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New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first-time buyers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Returning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repeat purchasers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Loyal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high-frequency buyers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24339" y="3693840"/>
            <a:ext cx="2628230" cy="19050"/>
          </a:xfrm>
          <a:prstGeom prst="roundRect">
            <a:avLst>
              <a:gd name="adj" fmla="val 60000"/>
            </a:avLst>
          </a:prstGeom>
          <a:solidFill>
            <a:srgbClr val="454240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024339" y="390778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checked for subscription likelihood.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34058"/>
            <a:ext cx="954286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676549"/>
            <a:ext cx="12413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571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Power BI Dashboard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5573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to present all insights visually — enabling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dynamic filtering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real-time exploration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6984"/>
            <a:ext cx="1263923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79475"/>
            <a:ext cx="15510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600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15678"/>
            <a:ext cx="2622724" cy="1487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2351" y="17220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6927" y="218263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48915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615678"/>
            <a:ext cx="2622724" cy="1487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6833" y="17220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21410" y="218263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48915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reach "Loyal" segment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615678"/>
            <a:ext cx="2622724" cy="14879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316" y="172201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85892" y="218263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5892" y="2489150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45346"/>
            <a:ext cx="4004965" cy="12610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413508" y="33516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6927" y="381230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56927" y="411881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and best-selling products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2842" y="3245346"/>
            <a:ext cx="4004965" cy="126109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0232" y="335168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03651" y="381230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803651" y="411881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 users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1714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Data to Decisions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MySQL · Power BI —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full-stack analytics pipeline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transforming raw transactions into actionable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747465"/>
            <a:ext cx="782910" cy="266402"/>
          </a:xfrm>
          <a:prstGeom prst="roundRect">
            <a:avLst>
              <a:gd name="adj" fmla="val 17880"/>
            </a:avLst>
          </a:prstGeom>
          <a:solidFill>
            <a:srgbClr val="F7EDD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789956"/>
            <a:ext cx="10700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2070571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Questions?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496119" y="31692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Let's discuss the insights and how they can shape your business strategy.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2026-07-08T04:25:46Z</dcterms:created>
  <dcterms:modified xsi:type="dcterms:W3CDTF">2026-07-08T04:25:46Z</dcterms:modified>
</cp:coreProperties>
</file>